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grandir"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EDDC"/>
        </a:solidFill>
      </p:bgPr>
    </p:bg>
    <p:spTree>
      <p:nvGrpSpPr>
        <p:cNvPr id="1" name=""/>
        <p:cNvGrpSpPr/>
        <p:nvPr/>
      </p:nvGrpSpPr>
      <p:grpSpPr>
        <a:xfrm>
          <a:off x="0" y="0"/>
          <a:ext cx="0" cy="0"/>
          <a:chOff x="0" y="0"/>
          <a:chExt cx="0" cy="0"/>
        </a:xfrm>
      </p:grpSpPr>
      <p:sp>
        <p:nvSpPr>
          <p:cNvPr name="Freeform 2" id="2"/>
          <p:cNvSpPr/>
          <p:nvPr/>
        </p:nvSpPr>
        <p:spPr>
          <a:xfrm flipH="false" flipV="false" rot="0">
            <a:off x="3513647" y="6929823"/>
            <a:ext cx="14774353" cy="3357177"/>
          </a:xfrm>
          <a:custGeom>
            <a:avLst/>
            <a:gdLst/>
            <a:ahLst/>
            <a:cxnLst/>
            <a:rect r="r" b="b" t="t" l="l"/>
            <a:pathLst>
              <a:path h="3357177" w="14774353">
                <a:moveTo>
                  <a:pt x="0" y="0"/>
                </a:moveTo>
                <a:lnTo>
                  <a:pt x="14774353" y="0"/>
                </a:lnTo>
                <a:lnTo>
                  <a:pt x="14774353" y="3357177"/>
                </a:lnTo>
                <a:lnTo>
                  <a:pt x="0" y="3357177"/>
                </a:lnTo>
                <a:lnTo>
                  <a:pt x="0" y="0"/>
                </a:lnTo>
                <a:close/>
              </a:path>
            </a:pathLst>
          </a:custGeom>
          <a:blipFill>
            <a:blip r:embed="rId2"/>
            <a:stretch>
              <a:fillRect l="0" t="0" r="0" b="0"/>
            </a:stretch>
          </a:blipFill>
        </p:spPr>
      </p:sp>
      <p:sp>
        <p:nvSpPr>
          <p:cNvPr name="AutoShape 3" id="3"/>
          <p:cNvSpPr/>
          <p:nvPr/>
        </p:nvSpPr>
        <p:spPr>
          <a:xfrm>
            <a:off x="1996779" y="4059419"/>
            <a:ext cx="14110537" cy="0"/>
          </a:xfrm>
          <a:prstGeom prst="line">
            <a:avLst/>
          </a:prstGeom>
          <a:ln cap="flat" w="28575">
            <a:solidFill>
              <a:srgbClr val="000000"/>
            </a:solidFill>
            <a:prstDash val="solid"/>
            <a:headEnd type="none" len="sm" w="sm"/>
            <a:tailEnd type="none" len="sm" w="sm"/>
          </a:ln>
        </p:spPr>
      </p:sp>
      <p:sp>
        <p:nvSpPr>
          <p:cNvPr name="Freeform 4" id="4"/>
          <p:cNvSpPr/>
          <p:nvPr/>
        </p:nvSpPr>
        <p:spPr>
          <a:xfrm flipH="false" flipV="false" rot="0">
            <a:off x="0" y="0"/>
            <a:ext cx="18288000" cy="6146800"/>
          </a:xfrm>
          <a:custGeom>
            <a:avLst/>
            <a:gdLst/>
            <a:ahLst/>
            <a:cxnLst/>
            <a:rect r="r" b="b" t="t" l="l"/>
            <a:pathLst>
              <a:path h="6146800" w="18288000">
                <a:moveTo>
                  <a:pt x="0" y="0"/>
                </a:moveTo>
                <a:lnTo>
                  <a:pt x="18288000" y="0"/>
                </a:lnTo>
                <a:lnTo>
                  <a:pt x="18288000" y="6146800"/>
                </a:lnTo>
                <a:lnTo>
                  <a:pt x="0" y="6146800"/>
                </a:lnTo>
                <a:lnTo>
                  <a:pt x="0" y="0"/>
                </a:lnTo>
                <a:close/>
              </a:path>
            </a:pathLst>
          </a:custGeom>
          <a:blipFill>
            <a:blip r:embed="rId3"/>
            <a:stretch>
              <a:fillRect l="0" t="0" r="0" b="0"/>
            </a:stretch>
          </a:blipFill>
        </p:spPr>
      </p:sp>
      <p:grpSp>
        <p:nvGrpSpPr>
          <p:cNvPr name="Group 5" id="5"/>
          <p:cNvGrpSpPr/>
          <p:nvPr/>
        </p:nvGrpSpPr>
        <p:grpSpPr>
          <a:xfrm rot="0">
            <a:off x="1674792" y="4586688"/>
            <a:ext cx="14938416" cy="3191230"/>
            <a:chOff x="0" y="0"/>
            <a:chExt cx="19917888" cy="4254973"/>
          </a:xfrm>
        </p:grpSpPr>
        <p:sp>
          <p:nvSpPr>
            <p:cNvPr name="TextBox 6" id="6"/>
            <p:cNvSpPr txBox="true"/>
            <p:nvPr/>
          </p:nvSpPr>
          <p:spPr>
            <a:xfrm rot="0">
              <a:off x="0" y="-238125"/>
              <a:ext cx="19917888" cy="2690920"/>
            </a:xfrm>
            <a:prstGeom prst="rect">
              <a:avLst/>
            </a:prstGeom>
          </p:spPr>
          <p:txBody>
            <a:bodyPr anchor="t" rtlCol="false" tIns="0" lIns="0" bIns="0" rIns="0">
              <a:spAutoFit/>
            </a:bodyPr>
            <a:lstStyle/>
            <a:p>
              <a:pPr algn="ctr">
                <a:lnSpc>
                  <a:spcPts val="13310"/>
                </a:lnSpc>
              </a:pPr>
              <a:r>
                <a:rPr lang="en-US" sz="12100">
                  <a:solidFill>
                    <a:srgbClr val="2B2B2B"/>
                  </a:solidFill>
                  <a:latin typeface="Agrandir"/>
                  <a:ea typeface="Agrandir"/>
                  <a:cs typeface="Agrandir"/>
                  <a:sym typeface="Agrandir"/>
                </a:rPr>
                <a:t>Título  do Trabalho</a:t>
              </a:r>
            </a:p>
          </p:txBody>
        </p:sp>
        <p:sp>
          <p:nvSpPr>
            <p:cNvPr name="TextBox 7" id="7"/>
            <p:cNvSpPr txBox="true"/>
            <p:nvPr/>
          </p:nvSpPr>
          <p:spPr>
            <a:xfrm rot="0">
              <a:off x="0" y="2781932"/>
              <a:ext cx="19917888" cy="1473041"/>
            </a:xfrm>
            <a:prstGeom prst="rect">
              <a:avLst/>
            </a:prstGeom>
          </p:spPr>
          <p:txBody>
            <a:bodyPr anchor="t" rtlCol="false" tIns="0" lIns="0" bIns="0" rIns="0">
              <a:spAutoFit/>
            </a:bodyPr>
            <a:lstStyle/>
            <a:p>
              <a:pPr algn="ctr">
                <a:lnSpc>
                  <a:spcPts val="4206"/>
                </a:lnSpc>
              </a:pPr>
              <a:r>
                <a:rPr lang="en-US" sz="3004">
                  <a:solidFill>
                    <a:srgbClr val="2B2B2B"/>
                  </a:solidFill>
                  <a:latin typeface="Agrandir"/>
                  <a:ea typeface="Agrandir"/>
                  <a:cs typeface="Agrandir"/>
                  <a:sym typeface="Agrandir"/>
                </a:rPr>
                <a:t>Nome do autor (a)</a:t>
              </a:r>
            </a:p>
            <a:p>
              <a:pPr algn="ctr">
                <a:lnSpc>
                  <a:spcPts val="4206"/>
                </a:lnSpc>
                <a:spcBef>
                  <a:spcPct val="0"/>
                </a:spcBef>
              </a:pPr>
              <a:r>
                <a:rPr lang="en-US" sz="3004">
                  <a:solidFill>
                    <a:srgbClr val="2B2B2B"/>
                  </a:solidFill>
                  <a:latin typeface="Agrandir"/>
                  <a:ea typeface="Agrandir"/>
                  <a:cs typeface="Agrandir"/>
                  <a:sym typeface="Agrandir"/>
                </a:rPr>
                <a:t>Nome do Orientador (a) se houver</a:t>
              </a:r>
            </a:p>
          </p:txBody>
        </p:sp>
      </p:grpSp>
      <p:sp>
        <p:nvSpPr>
          <p:cNvPr name="AutoShape 8" id="8"/>
          <p:cNvSpPr/>
          <p:nvPr/>
        </p:nvSpPr>
        <p:spPr>
          <a:xfrm>
            <a:off x="3815903" y="4264207"/>
            <a:ext cx="14110537" cy="0"/>
          </a:xfrm>
          <a:prstGeom prst="line">
            <a:avLst/>
          </a:prstGeom>
          <a:ln cap="flat" w="28575">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EDDC"/>
        </a:solidFill>
      </p:bgPr>
    </p:bg>
    <p:spTree>
      <p:nvGrpSpPr>
        <p:cNvPr id="1" name=""/>
        <p:cNvGrpSpPr/>
        <p:nvPr/>
      </p:nvGrpSpPr>
      <p:grpSpPr>
        <a:xfrm>
          <a:off x="0" y="0"/>
          <a:ext cx="0" cy="0"/>
          <a:chOff x="0" y="0"/>
          <a:chExt cx="0" cy="0"/>
        </a:xfrm>
      </p:grpSpPr>
      <p:sp>
        <p:nvSpPr>
          <p:cNvPr name="TextBox 2" id="2"/>
          <p:cNvSpPr txBox="true"/>
          <p:nvPr/>
        </p:nvSpPr>
        <p:spPr>
          <a:xfrm rot="0">
            <a:off x="409575" y="3610376"/>
            <a:ext cx="5956776" cy="1247775"/>
          </a:xfrm>
          <a:prstGeom prst="rect">
            <a:avLst/>
          </a:prstGeom>
        </p:spPr>
        <p:txBody>
          <a:bodyPr anchor="t" rtlCol="false" tIns="0" lIns="0" bIns="0" rIns="0">
            <a:spAutoFit/>
          </a:bodyPr>
          <a:lstStyle/>
          <a:p>
            <a:pPr algn="ctr" marL="0" indent="0" lvl="0">
              <a:lnSpc>
                <a:spcPts val="8399"/>
              </a:lnSpc>
              <a:spcBef>
                <a:spcPct val="0"/>
              </a:spcBef>
            </a:pPr>
            <a:r>
              <a:rPr lang="en-US" sz="6999">
                <a:solidFill>
                  <a:srgbClr val="2B2B2B"/>
                </a:solidFill>
                <a:latin typeface="Agrandir"/>
                <a:ea typeface="Agrandir"/>
                <a:cs typeface="Agrandir"/>
                <a:sym typeface="Agrandir"/>
              </a:rPr>
              <a:t>Introdução:</a:t>
            </a:r>
          </a:p>
        </p:txBody>
      </p:sp>
      <p:grpSp>
        <p:nvGrpSpPr>
          <p:cNvPr name="Group 3" id="3"/>
          <p:cNvGrpSpPr/>
          <p:nvPr/>
        </p:nvGrpSpPr>
        <p:grpSpPr>
          <a:xfrm rot="0">
            <a:off x="1028700" y="4329513"/>
            <a:ext cx="14726374" cy="3530190"/>
            <a:chOff x="0" y="0"/>
            <a:chExt cx="19635166" cy="4706920"/>
          </a:xfrm>
        </p:grpSpPr>
        <p:sp>
          <p:nvSpPr>
            <p:cNvPr name="TextBox 4" id="4"/>
            <p:cNvSpPr txBox="true"/>
            <p:nvPr/>
          </p:nvSpPr>
          <p:spPr>
            <a:xfrm rot="0">
              <a:off x="0" y="-152400"/>
              <a:ext cx="19635166" cy="760409"/>
            </a:xfrm>
            <a:prstGeom prst="rect">
              <a:avLst/>
            </a:prstGeom>
          </p:spPr>
          <p:txBody>
            <a:bodyPr anchor="t" rtlCol="false" tIns="0" lIns="0" bIns="0" rIns="0">
              <a:spAutoFit/>
            </a:bodyPr>
            <a:lstStyle/>
            <a:p>
              <a:pPr algn="just" marL="0" indent="0" lvl="0">
                <a:lnSpc>
                  <a:spcPts val="4265"/>
                </a:lnSpc>
                <a:spcBef>
                  <a:spcPct val="0"/>
                </a:spcBef>
              </a:pPr>
            </a:p>
          </p:txBody>
        </p:sp>
        <p:sp>
          <p:nvSpPr>
            <p:cNvPr name="TextBox 5" id="5"/>
            <p:cNvSpPr txBox="true"/>
            <p:nvPr/>
          </p:nvSpPr>
          <p:spPr>
            <a:xfrm rot="0">
              <a:off x="0" y="950218"/>
              <a:ext cx="19635166" cy="3756702"/>
            </a:xfrm>
            <a:prstGeom prst="rect">
              <a:avLst/>
            </a:prstGeom>
          </p:spPr>
          <p:txBody>
            <a:bodyPr anchor="t" rtlCol="false" tIns="0" lIns="0" bIns="0" rIns="0">
              <a:spAutoFit/>
            </a:bodyPr>
            <a:lstStyle/>
            <a:p>
              <a:pPr algn="just" marL="0" indent="0" lvl="0">
                <a:lnSpc>
                  <a:spcPts val="5484"/>
                </a:lnSpc>
              </a:pPr>
              <a:r>
                <a:rPr lang="en-US" sz="3917">
                  <a:solidFill>
                    <a:srgbClr val="2B2B2B"/>
                  </a:solidFill>
                  <a:latin typeface="Agrandir"/>
                  <a:ea typeface="Agrandir"/>
                  <a:cs typeface="Agrandir"/>
                  <a:sym typeface="Agrandir"/>
                </a:rPr>
                <a:t>Texto texto texto  textexto texto to texto texto texto texto texto texto texto texto texto texto texto texto texto texto texto texto texto texto texto texto texto texto texto texto texto .</a:t>
              </a:r>
            </a:p>
          </p:txBody>
        </p:sp>
      </p:grpSp>
      <p:sp>
        <p:nvSpPr>
          <p:cNvPr name="Freeform 6" id="6"/>
          <p:cNvSpPr/>
          <p:nvPr/>
        </p:nvSpPr>
        <p:spPr>
          <a:xfrm flipH="false" flipV="false" rot="0">
            <a:off x="0" y="0"/>
            <a:ext cx="9377263" cy="3151802"/>
          </a:xfrm>
          <a:custGeom>
            <a:avLst/>
            <a:gdLst/>
            <a:ahLst/>
            <a:cxnLst/>
            <a:rect r="r" b="b" t="t" l="l"/>
            <a:pathLst>
              <a:path h="3151802" w="9377263">
                <a:moveTo>
                  <a:pt x="0" y="0"/>
                </a:moveTo>
                <a:lnTo>
                  <a:pt x="9377263" y="0"/>
                </a:lnTo>
                <a:lnTo>
                  <a:pt x="9377263" y="3151802"/>
                </a:lnTo>
                <a:lnTo>
                  <a:pt x="0" y="3151802"/>
                </a:lnTo>
                <a:lnTo>
                  <a:pt x="0" y="0"/>
                </a:lnTo>
                <a:close/>
              </a:path>
            </a:pathLst>
          </a:custGeom>
          <a:blipFill>
            <a:blip r:embed="rId2"/>
            <a:stretch>
              <a:fillRect l="0" t="0" r="0" b="0"/>
            </a:stretch>
          </a:blipFill>
        </p:spPr>
      </p:sp>
      <p:sp>
        <p:nvSpPr>
          <p:cNvPr name="AutoShape 7" id="7"/>
          <p:cNvSpPr/>
          <p:nvPr/>
        </p:nvSpPr>
        <p:spPr>
          <a:xfrm>
            <a:off x="3815903" y="3016415"/>
            <a:ext cx="14110537" cy="0"/>
          </a:xfrm>
          <a:prstGeom prst="line">
            <a:avLst/>
          </a:prstGeom>
          <a:ln cap="flat" w="28575">
            <a:solidFill>
              <a:srgbClr val="000000"/>
            </a:solidFill>
            <a:prstDash val="solid"/>
            <a:headEnd type="none" len="sm" w="sm"/>
            <a:tailEnd type="none" len="sm" w="sm"/>
          </a:ln>
        </p:spPr>
      </p:sp>
      <p:sp>
        <p:nvSpPr>
          <p:cNvPr name="Freeform 8" id="8"/>
          <p:cNvSpPr/>
          <p:nvPr/>
        </p:nvSpPr>
        <p:spPr>
          <a:xfrm flipH="false" flipV="false" rot="0">
            <a:off x="9745021" y="8345778"/>
            <a:ext cx="8542979" cy="1941222"/>
          </a:xfrm>
          <a:custGeom>
            <a:avLst/>
            <a:gdLst/>
            <a:ahLst/>
            <a:cxnLst/>
            <a:rect r="r" b="b" t="t" l="l"/>
            <a:pathLst>
              <a:path h="1941222" w="8542979">
                <a:moveTo>
                  <a:pt x="0" y="0"/>
                </a:moveTo>
                <a:lnTo>
                  <a:pt x="8542979" y="0"/>
                </a:lnTo>
                <a:lnTo>
                  <a:pt x="8542979" y="1941222"/>
                </a:lnTo>
                <a:lnTo>
                  <a:pt x="0" y="1941222"/>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EDDC"/>
        </a:solidFill>
      </p:bgPr>
    </p:bg>
    <p:spTree>
      <p:nvGrpSpPr>
        <p:cNvPr id="1" name=""/>
        <p:cNvGrpSpPr/>
        <p:nvPr/>
      </p:nvGrpSpPr>
      <p:grpSpPr>
        <a:xfrm>
          <a:off x="0" y="0"/>
          <a:ext cx="0" cy="0"/>
          <a:chOff x="0" y="0"/>
          <a:chExt cx="0" cy="0"/>
        </a:xfrm>
      </p:grpSpPr>
      <p:sp>
        <p:nvSpPr>
          <p:cNvPr name="TextBox 2" id="2"/>
          <p:cNvSpPr txBox="true"/>
          <p:nvPr/>
        </p:nvSpPr>
        <p:spPr>
          <a:xfrm rot="0">
            <a:off x="-140214" y="3610376"/>
            <a:ext cx="5956776" cy="1247775"/>
          </a:xfrm>
          <a:prstGeom prst="rect">
            <a:avLst/>
          </a:prstGeom>
        </p:spPr>
        <p:txBody>
          <a:bodyPr anchor="t" rtlCol="false" tIns="0" lIns="0" bIns="0" rIns="0">
            <a:spAutoFit/>
          </a:bodyPr>
          <a:lstStyle/>
          <a:p>
            <a:pPr algn="ctr" marL="0" indent="0" lvl="0">
              <a:lnSpc>
                <a:spcPts val="8399"/>
              </a:lnSpc>
              <a:spcBef>
                <a:spcPct val="0"/>
              </a:spcBef>
            </a:pPr>
            <a:r>
              <a:rPr lang="en-US" sz="6999">
                <a:solidFill>
                  <a:srgbClr val="2B2B2B"/>
                </a:solidFill>
                <a:latin typeface="Agrandir"/>
                <a:ea typeface="Agrandir"/>
                <a:cs typeface="Agrandir"/>
                <a:sym typeface="Agrandir"/>
              </a:rPr>
              <a:t>Objetivo:</a:t>
            </a:r>
          </a:p>
        </p:txBody>
      </p:sp>
      <p:grpSp>
        <p:nvGrpSpPr>
          <p:cNvPr name="Group 3" id="3"/>
          <p:cNvGrpSpPr/>
          <p:nvPr/>
        </p:nvGrpSpPr>
        <p:grpSpPr>
          <a:xfrm rot="0">
            <a:off x="1028700" y="4329513"/>
            <a:ext cx="14726374" cy="3530190"/>
            <a:chOff x="0" y="0"/>
            <a:chExt cx="19635166" cy="4706920"/>
          </a:xfrm>
        </p:grpSpPr>
        <p:sp>
          <p:nvSpPr>
            <p:cNvPr name="TextBox 4" id="4"/>
            <p:cNvSpPr txBox="true"/>
            <p:nvPr/>
          </p:nvSpPr>
          <p:spPr>
            <a:xfrm rot="0">
              <a:off x="0" y="-152400"/>
              <a:ext cx="19635166" cy="760409"/>
            </a:xfrm>
            <a:prstGeom prst="rect">
              <a:avLst/>
            </a:prstGeom>
          </p:spPr>
          <p:txBody>
            <a:bodyPr anchor="t" rtlCol="false" tIns="0" lIns="0" bIns="0" rIns="0">
              <a:spAutoFit/>
            </a:bodyPr>
            <a:lstStyle/>
            <a:p>
              <a:pPr algn="just" marL="0" indent="0" lvl="0">
                <a:lnSpc>
                  <a:spcPts val="4265"/>
                </a:lnSpc>
                <a:spcBef>
                  <a:spcPct val="0"/>
                </a:spcBef>
              </a:pPr>
            </a:p>
          </p:txBody>
        </p:sp>
        <p:sp>
          <p:nvSpPr>
            <p:cNvPr name="TextBox 5" id="5"/>
            <p:cNvSpPr txBox="true"/>
            <p:nvPr/>
          </p:nvSpPr>
          <p:spPr>
            <a:xfrm rot="0">
              <a:off x="0" y="950218"/>
              <a:ext cx="19635166" cy="3756702"/>
            </a:xfrm>
            <a:prstGeom prst="rect">
              <a:avLst/>
            </a:prstGeom>
          </p:spPr>
          <p:txBody>
            <a:bodyPr anchor="t" rtlCol="false" tIns="0" lIns="0" bIns="0" rIns="0">
              <a:spAutoFit/>
            </a:bodyPr>
            <a:lstStyle/>
            <a:p>
              <a:pPr algn="just" marL="0" indent="0" lvl="0">
                <a:lnSpc>
                  <a:spcPts val="5484"/>
                </a:lnSpc>
              </a:pPr>
              <a:r>
                <a:rPr lang="en-US" sz="3917">
                  <a:solidFill>
                    <a:srgbClr val="2B2B2B"/>
                  </a:solidFill>
                  <a:latin typeface="Agrandir"/>
                  <a:ea typeface="Agrandir"/>
                  <a:cs typeface="Agrandir"/>
                  <a:sym typeface="Agrandir"/>
                </a:rPr>
                <a:t>Texto texto texto  textexto texto to texto texto texto texto texto texto texto texto texto texto texto texto texto texto texto texto texto texto texto texto texto texto texto texto texto .</a:t>
              </a:r>
            </a:p>
          </p:txBody>
        </p:sp>
      </p:grpSp>
      <p:sp>
        <p:nvSpPr>
          <p:cNvPr name="Freeform 6" id="6"/>
          <p:cNvSpPr/>
          <p:nvPr/>
        </p:nvSpPr>
        <p:spPr>
          <a:xfrm flipH="false" flipV="false" rot="0">
            <a:off x="0" y="0"/>
            <a:ext cx="9377263" cy="3151802"/>
          </a:xfrm>
          <a:custGeom>
            <a:avLst/>
            <a:gdLst/>
            <a:ahLst/>
            <a:cxnLst/>
            <a:rect r="r" b="b" t="t" l="l"/>
            <a:pathLst>
              <a:path h="3151802" w="9377263">
                <a:moveTo>
                  <a:pt x="0" y="0"/>
                </a:moveTo>
                <a:lnTo>
                  <a:pt x="9377263" y="0"/>
                </a:lnTo>
                <a:lnTo>
                  <a:pt x="9377263" y="3151802"/>
                </a:lnTo>
                <a:lnTo>
                  <a:pt x="0" y="3151802"/>
                </a:lnTo>
                <a:lnTo>
                  <a:pt x="0" y="0"/>
                </a:lnTo>
                <a:close/>
              </a:path>
            </a:pathLst>
          </a:custGeom>
          <a:blipFill>
            <a:blip r:embed="rId2"/>
            <a:stretch>
              <a:fillRect l="0" t="0" r="0" b="0"/>
            </a:stretch>
          </a:blipFill>
        </p:spPr>
      </p:sp>
      <p:sp>
        <p:nvSpPr>
          <p:cNvPr name="AutoShape 7" id="7"/>
          <p:cNvSpPr/>
          <p:nvPr/>
        </p:nvSpPr>
        <p:spPr>
          <a:xfrm>
            <a:off x="3815903" y="3016415"/>
            <a:ext cx="14110537" cy="0"/>
          </a:xfrm>
          <a:prstGeom prst="line">
            <a:avLst/>
          </a:prstGeom>
          <a:ln cap="flat" w="28575">
            <a:solidFill>
              <a:srgbClr val="000000"/>
            </a:solidFill>
            <a:prstDash val="solid"/>
            <a:headEnd type="none" len="sm" w="sm"/>
            <a:tailEnd type="none" len="sm" w="sm"/>
          </a:ln>
        </p:spPr>
      </p:sp>
      <p:sp>
        <p:nvSpPr>
          <p:cNvPr name="Freeform 8" id="8"/>
          <p:cNvSpPr/>
          <p:nvPr/>
        </p:nvSpPr>
        <p:spPr>
          <a:xfrm flipH="false" flipV="false" rot="0">
            <a:off x="9745021" y="8345778"/>
            <a:ext cx="8542979" cy="1941222"/>
          </a:xfrm>
          <a:custGeom>
            <a:avLst/>
            <a:gdLst/>
            <a:ahLst/>
            <a:cxnLst/>
            <a:rect r="r" b="b" t="t" l="l"/>
            <a:pathLst>
              <a:path h="1941222" w="8542979">
                <a:moveTo>
                  <a:pt x="0" y="0"/>
                </a:moveTo>
                <a:lnTo>
                  <a:pt x="8542979" y="0"/>
                </a:lnTo>
                <a:lnTo>
                  <a:pt x="8542979" y="1941222"/>
                </a:lnTo>
                <a:lnTo>
                  <a:pt x="0" y="1941222"/>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EDDC"/>
        </a:solidFill>
      </p:bgPr>
    </p:bg>
    <p:spTree>
      <p:nvGrpSpPr>
        <p:cNvPr id="1" name=""/>
        <p:cNvGrpSpPr/>
        <p:nvPr/>
      </p:nvGrpSpPr>
      <p:grpSpPr>
        <a:xfrm>
          <a:off x="0" y="0"/>
          <a:ext cx="0" cy="0"/>
          <a:chOff x="0" y="0"/>
          <a:chExt cx="0" cy="0"/>
        </a:xfrm>
      </p:grpSpPr>
      <p:sp>
        <p:nvSpPr>
          <p:cNvPr name="TextBox 2" id="2"/>
          <p:cNvSpPr txBox="true"/>
          <p:nvPr/>
        </p:nvSpPr>
        <p:spPr>
          <a:xfrm rot="0">
            <a:off x="837515" y="3610376"/>
            <a:ext cx="5956776" cy="1247775"/>
          </a:xfrm>
          <a:prstGeom prst="rect">
            <a:avLst/>
          </a:prstGeom>
        </p:spPr>
        <p:txBody>
          <a:bodyPr anchor="t" rtlCol="false" tIns="0" lIns="0" bIns="0" rIns="0">
            <a:spAutoFit/>
          </a:bodyPr>
          <a:lstStyle/>
          <a:p>
            <a:pPr algn="ctr" marL="0" indent="0" lvl="0">
              <a:lnSpc>
                <a:spcPts val="8399"/>
              </a:lnSpc>
              <a:spcBef>
                <a:spcPct val="0"/>
              </a:spcBef>
            </a:pPr>
            <a:r>
              <a:rPr lang="en-US" sz="6999">
                <a:solidFill>
                  <a:srgbClr val="2B2B2B"/>
                </a:solidFill>
                <a:latin typeface="Agrandir"/>
                <a:ea typeface="Agrandir"/>
                <a:cs typeface="Agrandir"/>
                <a:sym typeface="Agrandir"/>
              </a:rPr>
              <a:t>Metodologia:</a:t>
            </a:r>
          </a:p>
        </p:txBody>
      </p:sp>
      <p:grpSp>
        <p:nvGrpSpPr>
          <p:cNvPr name="Group 3" id="3"/>
          <p:cNvGrpSpPr/>
          <p:nvPr/>
        </p:nvGrpSpPr>
        <p:grpSpPr>
          <a:xfrm rot="0">
            <a:off x="1028700" y="4329513"/>
            <a:ext cx="14726374" cy="3530190"/>
            <a:chOff x="0" y="0"/>
            <a:chExt cx="19635166" cy="4706920"/>
          </a:xfrm>
        </p:grpSpPr>
        <p:sp>
          <p:nvSpPr>
            <p:cNvPr name="TextBox 4" id="4"/>
            <p:cNvSpPr txBox="true"/>
            <p:nvPr/>
          </p:nvSpPr>
          <p:spPr>
            <a:xfrm rot="0">
              <a:off x="0" y="-152400"/>
              <a:ext cx="19635166" cy="760409"/>
            </a:xfrm>
            <a:prstGeom prst="rect">
              <a:avLst/>
            </a:prstGeom>
          </p:spPr>
          <p:txBody>
            <a:bodyPr anchor="t" rtlCol="false" tIns="0" lIns="0" bIns="0" rIns="0">
              <a:spAutoFit/>
            </a:bodyPr>
            <a:lstStyle/>
            <a:p>
              <a:pPr algn="just" marL="0" indent="0" lvl="0">
                <a:lnSpc>
                  <a:spcPts val="4265"/>
                </a:lnSpc>
                <a:spcBef>
                  <a:spcPct val="0"/>
                </a:spcBef>
              </a:pPr>
            </a:p>
          </p:txBody>
        </p:sp>
        <p:sp>
          <p:nvSpPr>
            <p:cNvPr name="TextBox 5" id="5"/>
            <p:cNvSpPr txBox="true"/>
            <p:nvPr/>
          </p:nvSpPr>
          <p:spPr>
            <a:xfrm rot="0">
              <a:off x="0" y="950218"/>
              <a:ext cx="19635166" cy="3756702"/>
            </a:xfrm>
            <a:prstGeom prst="rect">
              <a:avLst/>
            </a:prstGeom>
          </p:spPr>
          <p:txBody>
            <a:bodyPr anchor="t" rtlCol="false" tIns="0" lIns="0" bIns="0" rIns="0">
              <a:spAutoFit/>
            </a:bodyPr>
            <a:lstStyle/>
            <a:p>
              <a:pPr algn="just" marL="0" indent="0" lvl="0">
                <a:lnSpc>
                  <a:spcPts val="5484"/>
                </a:lnSpc>
              </a:pPr>
              <a:r>
                <a:rPr lang="en-US" sz="3917">
                  <a:solidFill>
                    <a:srgbClr val="2B2B2B"/>
                  </a:solidFill>
                  <a:latin typeface="Agrandir"/>
                  <a:ea typeface="Agrandir"/>
                  <a:cs typeface="Agrandir"/>
                  <a:sym typeface="Agrandir"/>
                </a:rPr>
                <a:t>Texto texto texto  textexto texto to texto texto texto texto texto texto texto texto texto texto texto texto texto texto texto texto texto texto texto texto texto texto texto texto texto .</a:t>
              </a:r>
            </a:p>
          </p:txBody>
        </p:sp>
      </p:grpSp>
      <p:sp>
        <p:nvSpPr>
          <p:cNvPr name="Freeform 6" id="6"/>
          <p:cNvSpPr/>
          <p:nvPr/>
        </p:nvSpPr>
        <p:spPr>
          <a:xfrm flipH="false" flipV="false" rot="0">
            <a:off x="0" y="0"/>
            <a:ext cx="9377263" cy="3151802"/>
          </a:xfrm>
          <a:custGeom>
            <a:avLst/>
            <a:gdLst/>
            <a:ahLst/>
            <a:cxnLst/>
            <a:rect r="r" b="b" t="t" l="l"/>
            <a:pathLst>
              <a:path h="3151802" w="9377263">
                <a:moveTo>
                  <a:pt x="0" y="0"/>
                </a:moveTo>
                <a:lnTo>
                  <a:pt x="9377263" y="0"/>
                </a:lnTo>
                <a:lnTo>
                  <a:pt x="9377263" y="3151802"/>
                </a:lnTo>
                <a:lnTo>
                  <a:pt x="0" y="3151802"/>
                </a:lnTo>
                <a:lnTo>
                  <a:pt x="0" y="0"/>
                </a:lnTo>
                <a:close/>
              </a:path>
            </a:pathLst>
          </a:custGeom>
          <a:blipFill>
            <a:blip r:embed="rId2"/>
            <a:stretch>
              <a:fillRect l="0" t="0" r="0" b="0"/>
            </a:stretch>
          </a:blipFill>
        </p:spPr>
      </p:sp>
      <p:sp>
        <p:nvSpPr>
          <p:cNvPr name="AutoShape 7" id="7"/>
          <p:cNvSpPr/>
          <p:nvPr/>
        </p:nvSpPr>
        <p:spPr>
          <a:xfrm>
            <a:off x="3815903" y="3016415"/>
            <a:ext cx="14110537" cy="0"/>
          </a:xfrm>
          <a:prstGeom prst="line">
            <a:avLst/>
          </a:prstGeom>
          <a:ln cap="flat" w="28575">
            <a:solidFill>
              <a:srgbClr val="000000"/>
            </a:solidFill>
            <a:prstDash val="solid"/>
            <a:headEnd type="none" len="sm" w="sm"/>
            <a:tailEnd type="none" len="sm" w="sm"/>
          </a:ln>
        </p:spPr>
      </p:sp>
      <p:sp>
        <p:nvSpPr>
          <p:cNvPr name="Freeform 8" id="8"/>
          <p:cNvSpPr/>
          <p:nvPr/>
        </p:nvSpPr>
        <p:spPr>
          <a:xfrm flipH="false" flipV="false" rot="0">
            <a:off x="9745021" y="8345778"/>
            <a:ext cx="8542979" cy="1941222"/>
          </a:xfrm>
          <a:custGeom>
            <a:avLst/>
            <a:gdLst/>
            <a:ahLst/>
            <a:cxnLst/>
            <a:rect r="r" b="b" t="t" l="l"/>
            <a:pathLst>
              <a:path h="1941222" w="8542979">
                <a:moveTo>
                  <a:pt x="0" y="0"/>
                </a:moveTo>
                <a:lnTo>
                  <a:pt x="8542979" y="0"/>
                </a:lnTo>
                <a:lnTo>
                  <a:pt x="8542979" y="1941222"/>
                </a:lnTo>
                <a:lnTo>
                  <a:pt x="0" y="1941222"/>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EDDC"/>
        </a:solidFill>
      </p:bgPr>
    </p:bg>
    <p:spTree>
      <p:nvGrpSpPr>
        <p:cNvPr id="1" name=""/>
        <p:cNvGrpSpPr/>
        <p:nvPr/>
      </p:nvGrpSpPr>
      <p:grpSpPr>
        <a:xfrm>
          <a:off x="0" y="0"/>
          <a:ext cx="0" cy="0"/>
          <a:chOff x="0" y="0"/>
          <a:chExt cx="0" cy="0"/>
        </a:xfrm>
      </p:grpSpPr>
      <p:sp>
        <p:nvSpPr>
          <p:cNvPr name="TextBox 2" id="2"/>
          <p:cNvSpPr txBox="true"/>
          <p:nvPr/>
        </p:nvSpPr>
        <p:spPr>
          <a:xfrm rot="0">
            <a:off x="894665" y="3610376"/>
            <a:ext cx="10028775" cy="1247775"/>
          </a:xfrm>
          <a:prstGeom prst="rect">
            <a:avLst/>
          </a:prstGeom>
        </p:spPr>
        <p:txBody>
          <a:bodyPr anchor="t" rtlCol="false" tIns="0" lIns="0" bIns="0" rIns="0">
            <a:spAutoFit/>
          </a:bodyPr>
          <a:lstStyle/>
          <a:p>
            <a:pPr algn="ctr" marL="0" indent="0" lvl="0">
              <a:lnSpc>
                <a:spcPts val="8399"/>
              </a:lnSpc>
              <a:spcBef>
                <a:spcPct val="0"/>
              </a:spcBef>
            </a:pPr>
            <a:r>
              <a:rPr lang="en-US" sz="6999">
                <a:solidFill>
                  <a:srgbClr val="2B2B2B"/>
                </a:solidFill>
                <a:latin typeface="Agrandir"/>
                <a:ea typeface="Agrandir"/>
                <a:cs typeface="Agrandir"/>
                <a:sym typeface="Agrandir"/>
              </a:rPr>
              <a:t>Pressupostos Teóricos:</a:t>
            </a:r>
          </a:p>
        </p:txBody>
      </p:sp>
      <p:grpSp>
        <p:nvGrpSpPr>
          <p:cNvPr name="Group 3" id="3"/>
          <p:cNvGrpSpPr/>
          <p:nvPr/>
        </p:nvGrpSpPr>
        <p:grpSpPr>
          <a:xfrm rot="0">
            <a:off x="1028700" y="4329513"/>
            <a:ext cx="14726374" cy="3530190"/>
            <a:chOff x="0" y="0"/>
            <a:chExt cx="19635166" cy="4706920"/>
          </a:xfrm>
        </p:grpSpPr>
        <p:sp>
          <p:nvSpPr>
            <p:cNvPr name="TextBox 4" id="4"/>
            <p:cNvSpPr txBox="true"/>
            <p:nvPr/>
          </p:nvSpPr>
          <p:spPr>
            <a:xfrm rot="0">
              <a:off x="0" y="-152400"/>
              <a:ext cx="19635166" cy="760409"/>
            </a:xfrm>
            <a:prstGeom prst="rect">
              <a:avLst/>
            </a:prstGeom>
          </p:spPr>
          <p:txBody>
            <a:bodyPr anchor="t" rtlCol="false" tIns="0" lIns="0" bIns="0" rIns="0">
              <a:spAutoFit/>
            </a:bodyPr>
            <a:lstStyle/>
            <a:p>
              <a:pPr algn="just" marL="0" indent="0" lvl="0">
                <a:lnSpc>
                  <a:spcPts val="4265"/>
                </a:lnSpc>
                <a:spcBef>
                  <a:spcPct val="0"/>
                </a:spcBef>
              </a:pPr>
            </a:p>
          </p:txBody>
        </p:sp>
        <p:sp>
          <p:nvSpPr>
            <p:cNvPr name="TextBox 5" id="5"/>
            <p:cNvSpPr txBox="true"/>
            <p:nvPr/>
          </p:nvSpPr>
          <p:spPr>
            <a:xfrm rot="0">
              <a:off x="0" y="950218"/>
              <a:ext cx="19635166" cy="3756702"/>
            </a:xfrm>
            <a:prstGeom prst="rect">
              <a:avLst/>
            </a:prstGeom>
          </p:spPr>
          <p:txBody>
            <a:bodyPr anchor="t" rtlCol="false" tIns="0" lIns="0" bIns="0" rIns="0">
              <a:spAutoFit/>
            </a:bodyPr>
            <a:lstStyle/>
            <a:p>
              <a:pPr algn="just" marL="0" indent="0" lvl="0">
                <a:lnSpc>
                  <a:spcPts val="5484"/>
                </a:lnSpc>
              </a:pPr>
              <a:r>
                <a:rPr lang="en-US" sz="3917">
                  <a:solidFill>
                    <a:srgbClr val="2B2B2B"/>
                  </a:solidFill>
                  <a:latin typeface="Agrandir"/>
                  <a:ea typeface="Agrandir"/>
                  <a:cs typeface="Agrandir"/>
                  <a:sym typeface="Agrandir"/>
                </a:rPr>
                <a:t>Texto texto texto  textexto texto to texto texto texto texto texto texto texto texto texto texto texto texto texto texto texto texto texto texto texto texto texto texto texto texto texto .</a:t>
              </a:r>
            </a:p>
          </p:txBody>
        </p:sp>
      </p:grpSp>
      <p:sp>
        <p:nvSpPr>
          <p:cNvPr name="Freeform 6" id="6"/>
          <p:cNvSpPr/>
          <p:nvPr/>
        </p:nvSpPr>
        <p:spPr>
          <a:xfrm flipH="false" flipV="false" rot="0">
            <a:off x="0" y="0"/>
            <a:ext cx="9377263" cy="3151802"/>
          </a:xfrm>
          <a:custGeom>
            <a:avLst/>
            <a:gdLst/>
            <a:ahLst/>
            <a:cxnLst/>
            <a:rect r="r" b="b" t="t" l="l"/>
            <a:pathLst>
              <a:path h="3151802" w="9377263">
                <a:moveTo>
                  <a:pt x="0" y="0"/>
                </a:moveTo>
                <a:lnTo>
                  <a:pt x="9377263" y="0"/>
                </a:lnTo>
                <a:lnTo>
                  <a:pt x="9377263" y="3151802"/>
                </a:lnTo>
                <a:lnTo>
                  <a:pt x="0" y="3151802"/>
                </a:lnTo>
                <a:lnTo>
                  <a:pt x="0" y="0"/>
                </a:lnTo>
                <a:close/>
              </a:path>
            </a:pathLst>
          </a:custGeom>
          <a:blipFill>
            <a:blip r:embed="rId2"/>
            <a:stretch>
              <a:fillRect l="0" t="0" r="0" b="0"/>
            </a:stretch>
          </a:blipFill>
        </p:spPr>
      </p:sp>
      <p:sp>
        <p:nvSpPr>
          <p:cNvPr name="AutoShape 7" id="7"/>
          <p:cNvSpPr/>
          <p:nvPr/>
        </p:nvSpPr>
        <p:spPr>
          <a:xfrm>
            <a:off x="3815903" y="3016415"/>
            <a:ext cx="14110537" cy="0"/>
          </a:xfrm>
          <a:prstGeom prst="line">
            <a:avLst/>
          </a:prstGeom>
          <a:ln cap="flat" w="28575">
            <a:solidFill>
              <a:srgbClr val="000000"/>
            </a:solidFill>
            <a:prstDash val="solid"/>
            <a:headEnd type="none" len="sm" w="sm"/>
            <a:tailEnd type="none" len="sm" w="sm"/>
          </a:ln>
        </p:spPr>
      </p:sp>
      <p:sp>
        <p:nvSpPr>
          <p:cNvPr name="Freeform 8" id="8"/>
          <p:cNvSpPr/>
          <p:nvPr/>
        </p:nvSpPr>
        <p:spPr>
          <a:xfrm flipH="false" flipV="false" rot="0">
            <a:off x="9745021" y="8345778"/>
            <a:ext cx="8542979" cy="1941222"/>
          </a:xfrm>
          <a:custGeom>
            <a:avLst/>
            <a:gdLst/>
            <a:ahLst/>
            <a:cxnLst/>
            <a:rect r="r" b="b" t="t" l="l"/>
            <a:pathLst>
              <a:path h="1941222" w="8542979">
                <a:moveTo>
                  <a:pt x="0" y="0"/>
                </a:moveTo>
                <a:lnTo>
                  <a:pt x="8542979" y="0"/>
                </a:lnTo>
                <a:lnTo>
                  <a:pt x="8542979" y="1941222"/>
                </a:lnTo>
                <a:lnTo>
                  <a:pt x="0" y="1941222"/>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EDDC"/>
        </a:solidFill>
      </p:bgPr>
    </p:bg>
    <p:spTree>
      <p:nvGrpSpPr>
        <p:cNvPr id="1" name=""/>
        <p:cNvGrpSpPr/>
        <p:nvPr/>
      </p:nvGrpSpPr>
      <p:grpSpPr>
        <a:xfrm>
          <a:off x="0" y="0"/>
          <a:ext cx="0" cy="0"/>
          <a:chOff x="0" y="0"/>
          <a:chExt cx="0" cy="0"/>
        </a:xfrm>
      </p:grpSpPr>
      <p:sp>
        <p:nvSpPr>
          <p:cNvPr name="TextBox 2" id="2"/>
          <p:cNvSpPr txBox="true"/>
          <p:nvPr/>
        </p:nvSpPr>
        <p:spPr>
          <a:xfrm rot="0">
            <a:off x="894665" y="3081738"/>
            <a:ext cx="17031775" cy="2305050"/>
          </a:xfrm>
          <a:prstGeom prst="rect">
            <a:avLst/>
          </a:prstGeom>
        </p:spPr>
        <p:txBody>
          <a:bodyPr anchor="t" rtlCol="false" tIns="0" lIns="0" bIns="0" rIns="0">
            <a:spAutoFit/>
          </a:bodyPr>
          <a:lstStyle/>
          <a:p>
            <a:pPr algn="l" marL="0" indent="0" lvl="0">
              <a:lnSpc>
                <a:spcPts val="8399"/>
              </a:lnSpc>
              <a:spcBef>
                <a:spcPct val="0"/>
              </a:spcBef>
            </a:pPr>
            <a:r>
              <a:rPr lang="en-US" sz="6999">
                <a:solidFill>
                  <a:srgbClr val="2B2B2B"/>
                </a:solidFill>
                <a:latin typeface="Agrandir"/>
                <a:ea typeface="Agrandir"/>
                <a:cs typeface="Agrandir"/>
                <a:sym typeface="Agrandir"/>
              </a:rPr>
              <a:t>Outras informações (citações, trechos de obras, etc.):</a:t>
            </a:r>
          </a:p>
        </p:txBody>
      </p:sp>
      <p:grpSp>
        <p:nvGrpSpPr>
          <p:cNvPr name="Group 3" id="3"/>
          <p:cNvGrpSpPr/>
          <p:nvPr/>
        </p:nvGrpSpPr>
        <p:grpSpPr>
          <a:xfrm rot="0">
            <a:off x="1028700" y="4972460"/>
            <a:ext cx="14726374" cy="3530190"/>
            <a:chOff x="0" y="0"/>
            <a:chExt cx="19635166" cy="4706920"/>
          </a:xfrm>
        </p:grpSpPr>
        <p:sp>
          <p:nvSpPr>
            <p:cNvPr name="TextBox 4" id="4"/>
            <p:cNvSpPr txBox="true"/>
            <p:nvPr/>
          </p:nvSpPr>
          <p:spPr>
            <a:xfrm rot="0">
              <a:off x="0" y="-152400"/>
              <a:ext cx="19635166" cy="760409"/>
            </a:xfrm>
            <a:prstGeom prst="rect">
              <a:avLst/>
            </a:prstGeom>
          </p:spPr>
          <p:txBody>
            <a:bodyPr anchor="t" rtlCol="false" tIns="0" lIns="0" bIns="0" rIns="0">
              <a:spAutoFit/>
            </a:bodyPr>
            <a:lstStyle/>
            <a:p>
              <a:pPr algn="just" marL="0" indent="0" lvl="0">
                <a:lnSpc>
                  <a:spcPts val="4265"/>
                </a:lnSpc>
                <a:spcBef>
                  <a:spcPct val="0"/>
                </a:spcBef>
              </a:pPr>
            </a:p>
          </p:txBody>
        </p:sp>
        <p:sp>
          <p:nvSpPr>
            <p:cNvPr name="TextBox 5" id="5"/>
            <p:cNvSpPr txBox="true"/>
            <p:nvPr/>
          </p:nvSpPr>
          <p:spPr>
            <a:xfrm rot="0">
              <a:off x="0" y="950218"/>
              <a:ext cx="19635166" cy="3756702"/>
            </a:xfrm>
            <a:prstGeom prst="rect">
              <a:avLst/>
            </a:prstGeom>
          </p:spPr>
          <p:txBody>
            <a:bodyPr anchor="t" rtlCol="false" tIns="0" lIns="0" bIns="0" rIns="0">
              <a:spAutoFit/>
            </a:bodyPr>
            <a:lstStyle/>
            <a:p>
              <a:pPr algn="just" marL="0" indent="0" lvl="0">
                <a:lnSpc>
                  <a:spcPts val="5484"/>
                </a:lnSpc>
              </a:pPr>
              <a:r>
                <a:rPr lang="en-US" sz="3917">
                  <a:solidFill>
                    <a:srgbClr val="2B2B2B"/>
                  </a:solidFill>
                  <a:latin typeface="Agrandir"/>
                  <a:ea typeface="Agrandir"/>
                  <a:cs typeface="Agrandir"/>
                  <a:sym typeface="Agrandir"/>
                </a:rPr>
                <a:t>Texto texto texto  textexto texto to texto texto texto texto texto texto texto texto texto texto texto texto texto texto texto texto texto texto texto texto texto texto texto texto texto . (Autor, ano, p. 00).</a:t>
              </a:r>
            </a:p>
          </p:txBody>
        </p:sp>
      </p:grpSp>
      <p:sp>
        <p:nvSpPr>
          <p:cNvPr name="Freeform 6" id="6"/>
          <p:cNvSpPr/>
          <p:nvPr/>
        </p:nvSpPr>
        <p:spPr>
          <a:xfrm flipH="false" flipV="false" rot="0">
            <a:off x="0" y="0"/>
            <a:ext cx="9377263" cy="3151802"/>
          </a:xfrm>
          <a:custGeom>
            <a:avLst/>
            <a:gdLst/>
            <a:ahLst/>
            <a:cxnLst/>
            <a:rect r="r" b="b" t="t" l="l"/>
            <a:pathLst>
              <a:path h="3151802" w="9377263">
                <a:moveTo>
                  <a:pt x="0" y="0"/>
                </a:moveTo>
                <a:lnTo>
                  <a:pt x="9377263" y="0"/>
                </a:lnTo>
                <a:lnTo>
                  <a:pt x="9377263" y="3151802"/>
                </a:lnTo>
                <a:lnTo>
                  <a:pt x="0" y="3151802"/>
                </a:lnTo>
                <a:lnTo>
                  <a:pt x="0" y="0"/>
                </a:lnTo>
                <a:close/>
              </a:path>
            </a:pathLst>
          </a:custGeom>
          <a:blipFill>
            <a:blip r:embed="rId2"/>
            <a:stretch>
              <a:fillRect l="0" t="0" r="0" b="0"/>
            </a:stretch>
          </a:blipFill>
        </p:spPr>
      </p:sp>
      <p:sp>
        <p:nvSpPr>
          <p:cNvPr name="AutoShape 7" id="7"/>
          <p:cNvSpPr/>
          <p:nvPr/>
        </p:nvSpPr>
        <p:spPr>
          <a:xfrm>
            <a:off x="3815903" y="3016415"/>
            <a:ext cx="14110537" cy="0"/>
          </a:xfrm>
          <a:prstGeom prst="line">
            <a:avLst/>
          </a:prstGeom>
          <a:ln cap="flat" w="28575">
            <a:solidFill>
              <a:srgbClr val="000000"/>
            </a:solidFill>
            <a:prstDash val="solid"/>
            <a:headEnd type="none" len="sm" w="sm"/>
            <a:tailEnd type="none" len="sm" w="sm"/>
          </a:ln>
        </p:spPr>
      </p:sp>
      <p:sp>
        <p:nvSpPr>
          <p:cNvPr name="Freeform 8" id="8"/>
          <p:cNvSpPr/>
          <p:nvPr/>
        </p:nvSpPr>
        <p:spPr>
          <a:xfrm flipH="false" flipV="false" rot="0">
            <a:off x="9745021" y="8345778"/>
            <a:ext cx="8542979" cy="1941222"/>
          </a:xfrm>
          <a:custGeom>
            <a:avLst/>
            <a:gdLst/>
            <a:ahLst/>
            <a:cxnLst/>
            <a:rect r="r" b="b" t="t" l="l"/>
            <a:pathLst>
              <a:path h="1941222" w="8542979">
                <a:moveTo>
                  <a:pt x="0" y="0"/>
                </a:moveTo>
                <a:lnTo>
                  <a:pt x="8542979" y="0"/>
                </a:lnTo>
                <a:lnTo>
                  <a:pt x="8542979" y="1941222"/>
                </a:lnTo>
                <a:lnTo>
                  <a:pt x="0" y="1941222"/>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EDDC"/>
        </a:solidFill>
      </p:bgPr>
    </p:bg>
    <p:spTree>
      <p:nvGrpSpPr>
        <p:cNvPr id="1" name=""/>
        <p:cNvGrpSpPr/>
        <p:nvPr/>
      </p:nvGrpSpPr>
      <p:grpSpPr>
        <a:xfrm>
          <a:off x="0" y="0"/>
          <a:ext cx="0" cy="0"/>
          <a:chOff x="0" y="0"/>
          <a:chExt cx="0" cy="0"/>
        </a:xfrm>
      </p:grpSpPr>
      <p:sp>
        <p:nvSpPr>
          <p:cNvPr name="TextBox 2" id="2"/>
          <p:cNvSpPr txBox="true"/>
          <p:nvPr/>
        </p:nvSpPr>
        <p:spPr>
          <a:xfrm rot="0">
            <a:off x="894665" y="3610376"/>
            <a:ext cx="17031775" cy="1247775"/>
          </a:xfrm>
          <a:prstGeom prst="rect">
            <a:avLst/>
          </a:prstGeom>
        </p:spPr>
        <p:txBody>
          <a:bodyPr anchor="t" rtlCol="false" tIns="0" lIns="0" bIns="0" rIns="0">
            <a:spAutoFit/>
          </a:bodyPr>
          <a:lstStyle/>
          <a:p>
            <a:pPr algn="l" marL="0" indent="0" lvl="0">
              <a:lnSpc>
                <a:spcPts val="8399"/>
              </a:lnSpc>
              <a:spcBef>
                <a:spcPct val="0"/>
              </a:spcBef>
            </a:pPr>
            <a:r>
              <a:rPr lang="en-US" sz="6999">
                <a:solidFill>
                  <a:srgbClr val="2B2B2B"/>
                </a:solidFill>
                <a:latin typeface="Agrandir"/>
                <a:ea typeface="Agrandir"/>
                <a:cs typeface="Agrandir"/>
                <a:sym typeface="Agrandir"/>
              </a:rPr>
              <a:t>Conclusão ou resultados em andamento</a:t>
            </a:r>
          </a:p>
        </p:txBody>
      </p:sp>
      <p:grpSp>
        <p:nvGrpSpPr>
          <p:cNvPr name="Group 3" id="3"/>
          <p:cNvGrpSpPr/>
          <p:nvPr/>
        </p:nvGrpSpPr>
        <p:grpSpPr>
          <a:xfrm rot="0">
            <a:off x="1028700" y="4972460"/>
            <a:ext cx="14726374" cy="3530190"/>
            <a:chOff x="0" y="0"/>
            <a:chExt cx="19635166" cy="4706920"/>
          </a:xfrm>
        </p:grpSpPr>
        <p:sp>
          <p:nvSpPr>
            <p:cNvPr name="TextBox 4" id="4"/>
            <p:cNvSpPr txBox="true"/>
            <p:nvPr/>
          </p:nvSpPr>
          <p:spPr>
            <a:xfrm rot="0">
              <a:off x="0" y="-152400"/>
              <a:ext cx="19635166" cy="760409"/>
            </a:xfrm>
            <a:prstGeom prst="rect">
              <a:avLst/>
            </a:prstGeom>
          </p:spPr>
          <p:txBody>
            <a:bodyPr anchor="t" rtlCol="false" tIns="0" lIns="0" bIns="0" rIns="0">
              <a:spAutoFit/>
            </a:bodyPr>
            <a:lstStyle/>
            <a:p>
              <a:pPr algn="just" marL="0" indent="0" lvl="0">
                <a:lnSpc>
                  <a:spcPts val="4265"/>
                </a:lnSpc>
                <a:spcBef>
                  <a:spcPct val="0"/>
                </a:spcBef>
              </a:pPr>
            </a:p>
          </p:txBody>
        </p:sp>
        <p:sp>
          <p:nvSpPr>
            <p:cNvPr name="TextBox 5" id="5"/>
            <p:cNvSpPr txBox="true"/>
            <p:nvPr/>
          </p:nvSpPr>
          <p:spPr>
            <a:xfrm rot="0">
              <a:off x="0" y="950218"/>
              <a:ext cx="19635166" cy="3756702"/>
            </a:xfrm>
            <a:prstGeom prst="rect">
              <a:avLst/>
            </a:prstGeom>
          </p:spPr>
          <p:txBody>
            <a:bodyPr anchor="t" rtlCol="false" tIns="0" lIns="0" bIns="0" rIns="0">
              <a:spAutoFit/>
            </a:bodyPr>
            <a:lstStyle/>
            <a:p>
              <a:pPr algn="just" marL="0" indent="0" lvl="0">
                <a:lnSpc>
                  <a:spcPts val="5484"/>
                </a:lnSpc>
              </a:pPr>
              <a:r>
                <a:rPr lang="en-US" sz="3917">
                  <a:solidFill>
                    <a:srgbClr val="2B2B2B"/>
                  </a:solidFill>
                  <a:latin typeface="Agrandir"/>
                  <a:ea typeface="Agrandir"/>
                  <a:cs typeface="Agrandir"/>
                  <a:sym typeface="Agrandir"/>
                </a:rPr>
                <a:t>Texto texto texto  textexto texto to texto texto texto texto texto texto texto texto texto texto texto texto texto texto texto texto texto texto texto texto texto texto texto texto texto . (Autor, ano, p. 00).</a:t>
              </a:r>
            </a:p>
          </p:txBody>
        </p:sp>
      </p:grpSp>
      <p:sp>
        <p:nvSpPr>
          <p:cNvPr name="Freeform 6" id="6"/>
          <p:cNvSpPr/>
          <p:nvPr/>
        </p:nvSpPr>
        <p:spPr>
          <a:xfrm flipH="false" flipV="false" rot="0">
            <a:off x="0" y="0"/>
            <a:ext cx="9377263" cy="3151802"/>
          </a:xfrm>
          <a:custGeom>
            <a:avLst/>
            <a:gdLst/>
            <a:ahLst/>
            <a:cxnLst/>
            <a:rect r="r" b="b" t="t" l="l"/>
            <a:pathLst>
              <a:path h="3151802" w="9377263">
                <a:moveTo>
                  <a:pt x="0" y="0"/>
                </a:moveTo>
                <a:lnTo>
                  <a:pt x="9377263" y="0"/>
                </a:lnTo>
                <a:lnTo>
                  <a:pt x="9377263" y="3151802"/>
                </a:lnTo>
                <a:lnTo>
                  <a:pt x="0" y="3151802"/>
                </a:lnTo>
                <a:lnTo>
                  <a:pt x="0" y="0"/>
                </a:lnTo>
                <a:close/>
              </a:path>
            </a:pathLst>
          </a:custGeom>
          <a:blipFill>
            <a:blip r:embed="rId2"/>
            <a:stretch>
              <a:fillRect l="0" t="0" r="0" b="0"/>
            </a:stretch>
          </a:blipFill>
        </p:spPr>
      </p:sp>
      <p:sp>
        <p:nvSpPr>
          <p:cNvPr name="AutoShape 7" id="7"/>
          <p:cNvSpPr/>
          <p:nvPr/>
        </p:nvSpPr>
        <p:spPr>
          <a:xfrm>
            <a:off x="3815903" y="3016415"/>
            <a:ext cx="14110537" cy="0"/>
          </a:xfrm>
          <a:prstGeom prst="line">
            <a:avLst/>
          </a:prstGeom>
          <a:ln cap="flat" w="28575">
            <a:solidFill>
              <a:srgbClr val="000000"/>
            </a:solidFill>
            <a:prstDash val="solid"/>
            <a:headEnd type="none" len="sm" w="sm"/>
            <a:tailEnd type="none" len="sm" w="sm"/>
          </a:ln>
        </p:spPr>
      </p:sp>
      <p:sp>
        <p:nvSpPr>
          <p:cNvPr name="Freeform 8" id="8"/>
          <p:cNvSpPr/>
          <p:nvPr/>
        </p:nvSpPr>
        <p:spPr>
          <a:xfrm flipH="false" flipV="false" rot="0">
            <a:off x="9745021" y="8345778"/>
            <a:ext cx="8542979" cy="1941222"/>
          </a:xfrm>
          <a:custGeom>
            <a:avLst/>
            <a:gdLst/>
            <a:ahLst/>
            <a:cxnLst/>
            <a:rect r="r" b="b" t="t" l="l"/>
            <a:pathLst>
              <a:path h="1941222" w="8542979">
                <a:moveTo>
                  <a:pt x="0" y="0"/>
                </a:moveTo>
                <a:lnTo>
                  <a:pt x="8542979" y="0"/>
                </a:lnTo>
                <a:lnTo>
                  <a:pt x="8542979" y="1941222"/>
                </a:lnTo>
                <a:lnTo>
                  <a:pt x="0" y="1941222"/>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EDDC"/>
        </a:solidFill>
      </p:bgPr>
    </p:bg>
    <p:spTree>
      <p:nvGrpSpPr>
        <p:cNvPr id="1" name=""/>
        <p:cNvGrpSpPr/>
        <p:nvPr/>
      </p:nvGrpSpPr>
      <p:grpSpPr>
        <a:xfrm>
          <a:off x="0" y="0"/>
          <a:ext cx="0" cy="0"/>
          <a:chOff x="0" y="0"/>
          <a:chExt cx="0" cy="0"/>
        </a:xfrm>
      </p:grpSpPr>
      <p:sp>
        <p:nvSpPr>
          <p:cNvPr name="TextBox 2" id="2"/>
          <p:cNvSpPr txBox="true"/>
          <p:nvPr/>
        </p:nvSpPr>
        <p:spPr>
          <a:xfrm rot="0">
            <a:off x="894665" y="3610376"/>
            <a:ext cx="17031775" cy="1247775"/>
          </a:xfrm>
          <a:prstGeom prst="rect">
            <a:avLst/>
          </a:prstGeom>
        </p:spPr>
        <p:txBody>
          <a:bodyPr anchor="t" rtlCol="false" tIns="0" lIns="0" bIns="0" rIns="0">
            <a:spAutoFit/>
          </a:bodyPr>
          <a:lstStyle/>
          <a:p>
            <a:pPr algn="l" marL="0" indent="0" lvl="0">
              <a:lnSpc>
                <a:spcPts val="8399"/>
              </a:lnSpc>
              <a:spcBef>
                <a:spcPct val="0"/>
              </a:spcBef>
            </a:pPr>
            <a:r>
              <a:rPr lang="en-US" sz="6999">
                <a:solidFill>
                  <a:srgbClr val="2B2B2B"/>
                </a:solidFill>
                <a:latin typeface="Agrandir"/>
                <a:ea typeface="Agrandir"/>
                <a:cs typeface="Agrandir"/>
                <a:sym typeface="Agrandir"/>
              </a:rPr>
              <a:t>Referências</a:t>
            </a:r>
          </a:p>
        </p:txBody>
      </p:sp>
      <p:grpSp>
        <p:nvGrpSpPr>
          <p:cNvPr name="Group 3" id="3"/>
          <p:cNvGrpSpPr/>
          <p:nvPr/>
        </p:nvGrpSpPr>
        <p:grpSpPr>
          <a:xfrm rot="0">
            <a:off x="1028700" y="4972460"/>
            <a:ext cx="14726374" cy="1448938"/>
            <a:chOff x="0" y="0"/>
            <a:chExt cx="19635166" cy="1931918"/>
          </a:xfrm>
        </p:grpSpPr>
        <p:sp>
          <p:nvSpPr>
            <p:cNvPr name="TextBox 4" id="4"/>
            <p:cNvSpPr txBox="true"/>
            <p:nvPr/>
          </p:nvSpPr>
          <p:spPr>
            <a:xfrm rot="0">
              <a:off x="0" y="-152400"/>
              <a:ext cx="19635166" cy="767857"/>
            </a:xfrm>
            <a:prstGeom prst="rect">
              <a:avLst/>
            </a:prstGeom>
          </p:spPr>
          <p:txBody>
            <a:bodyPr anchor="t" rtlCol="false" tIns="0" lIns="0" bIns="0" rIns="0">
              <a:spAutoFit/>
            </a:bodyPr>
            <a:lstStyle/>
            <a:p>
              <a:pPr algn="l" marL="0" indent="0" lvl="0">
                <a:lnSpc>
                  <a:spcPts val="4265"/>
                </a:lnSpc>
                <a:spcBef>
                  <a:spcPct val="0"/>
                </a:spcBef>
              </a:pPr>
            </a:p>
          </p:txBody>
        </p:sp>
        <p:sp>
          <p:nvSpPr>
            <p:cNvPr name="TextBox 5" id="5"/>
            <p:cNvSpPr txBox="true"/>
            <p:nvPr/>
          </p:nvSpPr>
          <p:spPr>
            <a:xfrm rot="0">
              <a:off x="0" y="957666"/>
              <a:ext cx="19635166" cy="974252"/>
            </a:xfrm>
            <a:prstGeom prst="rect">
              <a:avLst/>
            </a:prstGeom>
          </p:spPr>
          <p:txBody>
            <a:bodyPr anchor="t" rtlCol="false" tIns="0" lIns="0" bIns="0" rIns="0">
              <a:spAutoFit/>
            </a:bodyPr>
            <a:lstStyle/>
            <a:p>
              <a:pPr algn="l" marL="0" indent="0" lvl="0">
                <a:lnSpc>
                  <a:spcPts val="5484"/>
                </a:lnSpc>
              </a:pPr>
              <a:r>
                <a:rPr lang="en-US" sz="3917">
                  <a:solidFill>
                    <a:srgbClr val="2B2B2B"/>
                  </a:solidFill>
                  <a:latin typeface="Agrandir"/>
                  <a:ea typeface="Agrandir"/>
                  <a:cs typeface="Agrandir"/>
                  <a:sym typeface="Agrandir"/>
                </a:rPr>
                <a:t>Em ordem alfabética e de acordo com a ABNT vigente.</a:t>
              </a:r>
            </a:p>
          </p:txBody>
        </p:sp>
      </p:grpSp>
      <p:sp>
        <p:nvSpPr>
          <p:cNvPr name="Freeform 6" id="6"/>
          <p:cNvSpPr/>
          <p:nvPr/>
        </p:nvSpPr>
        <p:spPr>
          <a:xfrm flipH="false" flipV="false" rot="0">
            <a:off x="0" y="0"/>
            <a:ext cx="9377263" cy="3151802"/>
          </a:xfrm>
          <a:custGeom>
            <a:avLst/>
            <a:gdLst/>
            <a:ahLst/>
            <a:cxnLst/>
            <a:rect r="r" b="b" t="t" l="l"/>
            <a:pathLst>
              <a:path h="3151802" w="9377263">
                <a:moveTo>
                  <a:pt x="0" y="0"/>
                </a:moveTo>
                <a:lnTo>
                  <a:pt x="9377263" y="0"/>
                </a:lnTo>
                <a:lnTo>
                  <a:pt x="9377263" y="3151802"/>
                </a:lnTo>
                <a:lnTo>
                  <a:pt x="0" y="3151802"/>
                </a:lnTo>
                <a:lnTo>
                  <a:pt x="0" y="0"/>
                </a:lnTo>
                <a:close/>
              </a:path>
            </a:pathLst>
          </a:custGeom>
          <a:blipFill>
            <a:blip r:embed="rId2"/>
            <a:stretch>
              <a:fillRect l="0" t="0" r="0" b="0"/>
            </a:stretch>
          </a:blipFill>
        </p:spPr>
      </p:sp>
      <p:sp>
        <p:nvSpPr>
          <p:cNvPr name="AutoShape 7" id="7"/>
          <p:cNvSpPr/>
          <p:nvPr/>
        </p:nvSpPr>
        <p:spPr>
          <a:xfrm>
            <a:off x="3815903" y="3016415"/>
            <a:ext cx="14110537" cy="0"/>
          </a:xfrm>
          <a:prstGeom prst="line">
            <a:avLst/>
          </a:prstGeom>
          <a:ln cap="flat" w="28575">
            <a:solidFill>
              <a:srgbClr val="000000"/>
            </a:solidFill>
            <a:prstDash val="solid"/>
            <a:headEnd type="none" len="sm" w="sm"/>
            <a:tailEnd type="none" len="sm" w="sm"/>
          </a:ln>
        </p:spPr>
      </p:sp>
      <p:sp>
        <p:nvSpPr>
          <p:cNvPr name="Freeform 8" id="8"/>
          <p:cNvSpPr/>
          <p:nvPr/>
        </p:nvSpPr>
        <p:spPr>
          <a:xfrm flipH="false" flipV="false" rot="0">
            <a:off x="9745021" y="8345778"/>
            <a:ext cx="8542979" cy="1941222"/>
          </a:xfrm>
          <a:custGeom>
            <a:avLst/>
            <a:gdLst/>
            <a:ahLst/>
            <a:cxnLst/>
            <a:rect r="r" b="b" t="t" l="l"/>
            <a:pathLst>
              <a:path h="1941222" w="8542979">
                <a:moveTo>
                  <a:pt x="0" y="0"/>
                </a:moveTo>
                <a:lnTo>
                  <a:pt x="8542979" y="0"/>
                </a:lnTo>
                <a:lnTo>
                  <a:pt x="8542979" y="1941222"/>
                </a:lnTo>
                <a:lnTo>
                  <a:pt x="0" y="1941222"/>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EDDC"/>
        </a:solidFill>
      </p:bgPr>
    </p:bg>
    <p:spTree>
      <p:nvGrpSpPr>
        <p:cNvPr id="1" name=""/>
        <p:cNvGrpSpPr/>
        <p:nvPr/>
      </p:nvGrpSpPr>
      <p:grpSpPr>
        <a:xfrm>
          <a:off x="0" y="0"/>
          <a:ext cx="0" cy="0"/>
          <a:chOff x="0" y="0"/>
          <a:chExt cx="0" cy="0"/>
        </a:xfrm>
      </p:grpSpPr>
      <p:sp>
        <p:nvSpPr>
          <p:cNvPr name="TextBox 2" id="2"/>
          <p:cNvSpPr txBox="true"/>
          <p:nvPr/>
        </p:nvSpPr>
        <p:spPr>
          <a:xfrm rot="0">
            <a:off x="894665" y="3610376"/>
            <a:ext cx="17031775" cy="1247775"/>
          </a:xfrm>
          <a:prstGeom prst="rect">
            <a:avLst/>
          </a:prstGeom>
        </p:spPr>
        <p:txBody>
          <a:bodyPr anchor="t" rtlCol="false" tIns="0" lIns="0" bIns="0" rIns="0">
            <a:spAutoFit/>
          </a:bodyPr>
          <a:lstStyle/>
          <a:p>
            <a:pPr algn="l" marL="0" indent="0" lvl="0">
              <a:lnSpc>
                <a:spcPts val="8399"/>
              </a:lnSpc>
              <a:spcBef>
                <a:spcPct val="0"/>
              </a:spcBef>
            </a:pPr>
            <a:r>
              <a:rPr lang="en-US" sz="6999">
                <a:solidFill>
                  <a:srgbClr val="2B2B2B"/>
                </a:solidFill>
                <a:latin typeface="Agrandir"/>
                <a:ea typeface="Agrandir"/>
                <a:cs typeface="Agrandir"/>
                <a:sym typeface="Agrandir"/>
              </a:rPr>
              <a:t>Agradecimentos</a:t>
            </a:r>
          </a:p>
        </p:txBody>
      </p:sp>
      <p:grpSp>
        <p:nvGrpSpPr>
          <p:cNvPr name="Group 3" id="3"/>
          <p:cNvGrpSpPr/>
          <p:nvPr/>
        </p:nvGrpSpPr>
        <p:grpSpPr>
          <a:xfrm rot="0">
            <a:off x="1028700" y="4972460"/>
            <a:ext cx="14726374" cy="1448938"/>
            <a:chOff x="0" y="0"/>
            <a:chExt cx="19635166" cy="1931918"/>
          </a:xfrm>
        </p:grpSpPr>
        <p:sp>
          <p:nvSpPr>
            <p:cNvPr name="TextBox 4" id="4"/>
            <p:cNvSpPr txBox="true"/>
            <p:nvPr/>
          </p:nvSpPr>
          <p:spPr>
            <a:xfrm rot="0">
              <a:off x="0" y="-152400"/>
              <a:ext cx="19635166" cy="767857"/>
            </a:xfrm>
            <a:prstGeom prst="rect">
              <a:avLst/>
            </a:prstGeom>
          </p:spPr>
          <p:txBody>
            <a:bodyPr anchor="t" rtlCol="false" tIns="0" lIns="0" bIns="0" rIns="0">
              <a:spAutoFit/>
            </a:bodyPr>
            <a:lstStyle/>
            <a:p>
              <a:pPr algn="l" marL="0" indent="0" lvl="0">
                <a:lnSpc>
                  <a:spcPts val="4265"/>
                </a:lnSpc>
                <a:spcBef>
                  <a:spcPct val="0"/>
                </a:spcBef>
              </a:pPr>
            </a:p>
          </p:txBody>
        </p:sp>
        <p:sp>
          <p:nvSpPr>
            <p:cNvPr name="TextBox 5" id="5"/>
            <p:cNvSpPr txBox="true"/>
            <p:nvPr/>
          </p:nvSpPr>
          <p:spPr>
            <a:xfrm rot="0">
              <a:off x="0" y="957666"/>
              <a:ext cx="19635166" cy="974252"/>
            </a:xfrm>
            <a:prstGeom prst="rect">
              <a:avLst/>
            </a:prstGeom>
          </p:spPr>
          <p:txBody>
            <a:bodyPr anchor="t" rtlCol="false" tIns="0" lIns="0" bIns="0" rIns="0">
              <a:spAutoFit/>
            </a:bodyPr>
            <a:lstStyle/>
            <a:p>
              <a:pPr algn="l" marL="0" indent="0" lvl="0">
                <a:lnSpc>
                  <a:spcPts val="5484"/>
                </a:lnSpc>
              </a:pPr>
              <a:r>
                <a:rPr lang="en-US" sz="3917">
                  <a:solidFill>
                    <a:srgbClr val="2B2B2B"/>
                  </a:solidFill>
                  <a:latin typeface="Agrandir"/>
                  <a:ea typeface="Agrandir"/>
                  <a:cs typeface="Agrandir"/>
                  <a:sym typeface="Agrandir"/>
                </a:rPr>
                <a:t>(Opcional)</a:t>
              </a:r>
            </a:p>
          </p:txBody>
        </p:sp>
      </p:grpSp>
      <p:sp>
        <p:nvSpPr>
          <p:cNvPr name="Freeform 6" id="6"/>
          <p:cNvSpPr/>
          <p:nvPr/>
        </p:nvSpPr>
        <p:spPr>
          <a:xfrm flipH="false" flipV="false" rot="0">
            <a:off x="0" y="0"/>
            <a:ext cx="9377263" cy="3151802"/>
          </a:xfrm>
          <a:custGeom>
            <a:avLst/>
            <a:gdLst/>
            <a:ahLst/>
            <a:cxnLst/>
            <a:rect r="r" b="b" t="t" l="l"/>
            <a:pathLst>
              <a:path h="3151802" w="9377263">
                <a:moveTo>
                  <a:pt x="0" y="0"/>
                </a:moveTo>
                <a:lnTo>
                  <a:pt x="9377263" y="0"/>
                </a:lnTo>
                <a:lnTo>
                  <a:pt x="9377263" y="3151802"/>
                </a:lnTo>
                <a:lnTo>
                  <a:pt x="0" y="3151802"/>
                </a:lnTo>
                <a:lnTo>
                  <a:pt x="0" y="0"/>
                </a:lnTo>
                <a:close/>
              </a:path>
            </a:pathLst>
          </a:custGeom>
          <a:blipFill>
            <a:blip r:embed="rId2"/>
            <a:stretch>
              <a:fillRect l="0" t="0" r="0" b="0"/>
            </a:stretch>
          </a:blipFill>
        </p:spPr>
      </p:sp>
      <p:sp>
        <p:nvSpPr>
          <p:cNvPr name="AutoShape 7" id="7"/>
          <p:cNvSpPr/>
          <p:nvPr/>
        </p:nvSpPr>
        <p:spPr>
          <a:xfrm>
            <a:off x="3815903" y="3016415"/>
            <a:ext cx="14110537" cy="0"/>
          </a:xfrm>
          <a:prstGeom prst="line">
            <a:avLst/>
          </a:prstGeom>
          <a:ln cap="flat" w="28575">
            <a:solidFill>
              <a:srgbClr val="000000"/>
            </a:solidFill>
            <a:prstDash val="solid"/>
            <a:headEnd type="none" len="sm" w="sm"/>
            <a:tailEnd type="none" len="sm" w="sm"/>
          </a:ln>
        </p:spPr>
      </p:sp>
      <p:sp>
        <p:nvSpPr>
          <p:cNvPr name="Freeform 8" id="8"/>
          <p:cNvSpPr/>
          <p:nvPr/>
        </p:nvSpPr>
        <p:spPr>
          <a:xfrm flipH="false" flipV="false" rot="0">
            <a:off x="9745021" y="8345778"/>
            <a:ext cx="8542979" cy="1941222"/>
          </a:xfrm>
          <a:custGeom>
            <a:avLst/>
            <a:gdLst/>
            <a:ahLst/>
            <a:cxnLst/>
            <a:rect r="r" b="b" t="t" l="l"/>
            <a:pathLst>
              <a:path h="1941222" w="8542979">
                <a:moveTo>
                  <a:pt x="0" y="0"/>
                </a:moveTo>
                <a:lnTo>
                  <a:pt x="8542979" y="0"/>
                </a:lnTo>
                <a:lnTo>
                  <a:pt x="8542979" y="1941222"/>
                </a:lnTo>
                <a:lnTo>
                  <a:pt x="0" y="1941222"/>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DAHUzt2pZ9Q</dc:identifier>
  <dcterms:modified xsi:type="dcterms:W3CDTF">2011-08-01T06:04:30Z</dcterms:modified>
  <cp:revision>1</cp:revision>
  <dc:title>Apresentação V DILAE_</dc:title>
</cp:coreProperties>
</file>